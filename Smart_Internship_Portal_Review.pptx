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5400">
                <a:solidFill>
                  <a:srgbClr val="38BDF8"/>
                </a:solidFill>
              </a:defRPr>
            </a:pPr>
            <a:r>
              <a:t>SMART INTERNSHIP PORTAL</a:t>
            </a:r>
          </a:p>
          <a:p>
            <a:pPr algn="l">
              <a:spcBef>
                <a:spcPts val="2000"/>
              </a:spcBef>
              <a:defRPr sz="2800">
                <a:solidFill>
                  <a:srgbClr val="FFFFFF"/>
                </a:solidFill>
              </a:defRPr>
            </a:pPr>
            <a:r>
              <a:t>Project Performance Review &amp; Bug Resolutions</a:t>
            </a:r>
          </a:p>
          <a:p>
            <a:pPr algn="l">
              <a:spcBef>
                <a:spcPts val="4000"/>
              </a:spcBef>
              <a:defRPr sz="1600">
                <a:solidFill>
                  <a:srgbClr val="94A3B8"/>
                </a:solidFill>
              </a:defRPr>
            </a:pPr>
            <a:r>
              <a:t>Technical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Project Overview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FFFFFF"/>
                </a:solidFill>
              </a:defRPr>
            </a:pPr>
            <a:r>
              <a:t>•  Core Stack: </a:t>
            </a:r>
            <a:r>
              <a:rPr b="0" sz="1800">
                <a:solidFill>
                  <a:srgbClr val="94A3B8"/>
                </a:solidFill>
              </a:rPr>
              <a:t>Built using ASP.NET Core MVC (C#) for robust, type-safe web application operations.</a:t>
            </a:r>
          </a:p>
          <a:p>
            <a:pPr>
              <a:spcAft>
                <a:spcPts val="1200"/>
              </a:spcAft>
              <a:defRPr b="1" sz="2000">
                <a:solidFill>
                  <a:srgbClr val="FFFFFF"/>
                </a:solidFill>
              </a:defRPr>
            </a:pPr>
            <a:r>
              <a:t>•  Database Backend: </a:t>
            </a:r>
            <a:r>
              <a:rPr b="0" sz="1800">
                <a:solidFill>
                  <a:srgbClr val="94A3B8"/>
                </a:solidFill>
              </a:rPr>
              <a:t>Utilizes SQLite database for swift relational storage mapping of Users, Internships, Applications, and Skills.</a:t>
            </a:r>
          </a:p>
          <a:p>
            <a:pPr>
              <a:spcAft>
                <a:spcPts val="1200"/>
              </a:spcAft>
              <a:defRPr b="1" sz="2000">
                <a:solidFill>
                  <a:srgbClr val="FFFFFF"/>
                </a:solidFill>
              </a:defRPr>
            </a:pPr>
            <a:r>
              <a:t>•  Data Pipeline: </a:t>
            </a:r>
            <a:r>
              <a:rPr b="0" sz="1800">
                <a:solidFill>
                  <a:srgbClr val="94A3B8"/>
                </a:solidFill>
              </a:rPr>
              <a:t>Python-based ETL pipeline scripts automate scraping, parsing, and cleaning of live job openings.</a:t>
            </a:r>
          </a:p>
          <a:p>
            <a:pPr>
              <a:spcAft>
                <a:spcPts val="1200"/>
              </a:spcAft>
              <a:defRPr b="1" sz="2000">
                <a:solidFill>
                  <a:srgbClr val="FFFFFF"/>
                </a:solidFill>
              </a:defRPr>
            </a:pPr>
            <a:r>
              <a:t>•  Student Dashboard: </a:t>
            </a:r>
            <a:r>
              <a:rPr b="0" sz="1800">
                <a:solidFill>
                  <a:srgbClr val="94A3B8"/>
                </a:solidFill>
              </a:rPr>
              <a:t>Provides a comprehensive platform for students to update their profile, select skills, track application statuses, and explore active internships.</a:t>
            </a:r>
          </a:p>
          <a:p>
            <a:pPr>
              <a:spcAft>
                <a:spcPts val="1200"/>
              </a:spcAft>
              <a:defRPr b="1" sz="2000">
                <a:solidFill>
                  <a:srgbClr val="FFFFFF"/>
                </a:solidFill>
              </a:defRPr>
            </a:pPr>
            <a:r>
              <a:t>•  AI Recommender: </a:t>
            </a:r>
            <a:r>
              <a:rPr b="0" sz="1800">
                <a:solidFill>
                  <a:srgbClr val="94A3B8"/>
                </a:solidFill>
              </a:rPr>
              <a:t>Integrates logic matching job postings' required skills with student-defined profile skills to suggest top relevant roles.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Key Production Bug Resolutions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b="1" sz="2000">
                <a:solidFill>
                  <a:srgbClr val="38BDF8"/>
                </a:solidFill>
              </a:defRPr>
            </a:pPr>
            <a:r>
              <a:t>✔  Runtime Controller-View Model Mismatch Fix</a:t>
            </a:r>
            <a:br/>
            <a:r>
              <a:rPr b="0" sz="1800">
                <a:solidFill>
                  <a:srgbClr val="FFFFFF"/>
                </a:solidFill>
              </a:rPr>
              <a:t>    Resolved MVC InvalidOperationException on the landing page by correcting the Model declaration mismatch, aligning ViewBag properties, and mapping detail controllers explicitly.</a:t>
            </a:r>
          </a:p>
          <a:p>
            <a:pPr>
              <a:spcAft>
                <a:spcPts val="1800"/>
              </a:spcAft>
              <a:defRPr b="1" sz="2000">
                <a:solidFill>
                  <a:srgbClr val="38BDF8"/>
                </a:solidFill>
              </a:defRPr>
            </a:pPr>
            <a:r>
              <a:t>✔  Styling Redundancy Cleanup</a:t>
            </a:r>
            <a:br/>
            <a:r>
              <a:rPr b="0" sz="1800">
                <a:solidFill>
                  <a:srgbClr val="FFFFFF"/>
                </a:solidFill>
              </a:rPr>
              <a:t>    Removed duplicate dashboard styling blocks and massive empty spacings inside site.css that were overriding Layout elements and causing visual glitches.</a:t>
            </a:r>
          </a:p>
          <a:p>
            <a:pPr>
              <a:spcAft>
                <a:spcPts val="1800"/>
              </a:spcAft>
              <a:defRPr b="1" sz="2000">
                <a:solidFill>
                  <a:srgbClr val="38BDF8"/>
                </a:solidFill>
              </a:defRPr>
            </a:pPr>
            <a:r>
              <a:t>✔  Profile Saving &amp; SQLite Null Constraint Fix</a:t>
            </a:r>
            <a:br/>
            <a:r>
              <a:rPr b="0" sz="1800">
                <a:solidFill>
                  <a:srgbClr val="FFFFFF"/>
                </a:solidFill>
              </a:rPr>
              <a:t>    Fixed 'NOT NULL constraint failed: AspNetUsers.FullName' by implementing server-side parameter validation in StudentController and adding HTML-level input enforcement to block empty submissions.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Student Dashboard UI Customizations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b="1" sz="2000">
                <a:solidFill>
                  <a:srgbClr val="38BDF8"/>
                </a:solidFill>
              </a:defRPr>
            </a:pPr>
            <a:r>
              <a:t>❖  Classic Dashboard Look</a:t>
            </a:r>
            <a:br/>
            <a:r>
              <a:rPr b="0" sz="1800">
                <a:solidFill>
                  <a:srgbClr val="FFFFFF"/>
                </a:solidFill>
              </a:rPr>
              <a:t>    Maintains original solid-colored header banner layout, responsive stat columns, and standard hover metrics mapping visual settings.</a:t>
            </a:r>
          </a:p>
          <a:p>
            <a:pPr>
              <a:spcAft>
                <a:spcPts val="1800"/>
              </a:spcAft>
              <a:defRPr b="1" sz="2000">
                <a:solidFill>
                  <a:srgbClr val="38BDF8"/>
                </a:solidFill>
              </a:defRPr>
            </a:pPr>
            <a:r>
              <a:t>❖  Premium Glassmorphic Design</a:t>
            </a:r>
            <a:br/>
            <a:r>
              <a:rPr b="0" sz="1800">
                <a:solidFill>
                  <a:srgbClr val="FFFFFF"/>
                </a:solidFill>
              </a:rPr>
              <a:t>    Optionally structures slate linear gradient styling with translucent glow items to enhance user experience.</a:t>
            </a:r>
          </a:p>
          <a:p>
            <a:pPr>
              <a:spcAft>
                <a:spcPts val="1800"/>
              </a:spcAft>
              <a:defRPr b="1" sz="2000">
                <a:solidFill>
                  <a:srgbClr val="38BDF8"/>
                </a:solidFill>
              </a:defRPr>
            </a:pPr>
            <a:r>
              <a:t>❖  Theme Flexibilities</a:t>
            </a:r>
            <a:br/>
            <a:r>
              <a:rPr b="0" sz="1800">
                <a:solidFill>
                  <a:srgbClr val="FFFFFF"/>
                </a:solidFill>
              </a:rPr>
              <a:t>    Styling is cleanly isolated inside site.css, ensuring subsequent customizations can be made without system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Data Pipelines &amp; Streamlit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b="1" sz="2000">
                <a:solidFill>
                  <a:srgbClr val="38BDF8"/>
                </a:solidFill>
              </a:defRPr>
            </a:pPr>
            <a:r>
              <a:t>◉  Automated Python ETL Execution</a:t>
            </a:r>
            <a:br/>
            <a:r>
              <a:rPr b="0" sz="1800">
                <a:solidFill>
                  <a:srgbClr val="FFFFFF"/>
                </a:solidFill>
              </a:rPr>
              <a:t>    Runs web-scraping logic, formats salary inputs, classifies remote type classes, and updates SQLite tables smoothly.</a:t>
            </a:r>
          </a:p>
          <a:p>
            <a:pPr>
              <a:spcAft>
                <a:spcPts val="1800"/>
              </a:spcAft>
              <a:defRPr b="1" sz="2000">
                <a:solidFill>
                  <a:srgbClr val="38BDF8"/>
                </a:solidFill>
              </a:defRPr>
            </a:pPr>
            <a:r>
              <a:t>◉  Live Streamlit Dashboard Portal</a:t>
            </a:r>
            <a:br/>
            <a:r>
              <a:rPr b="0" sz="1800">
                <a:solidFill>
                  <a:srgbClr val="FFFFFF"/>
                </a:solidFill>
              </a:rPr>
              <a:t>    Runs a Python analytics application (dashboard.py) connected to SQLite database, offering visual analytics of job distributions.</a:t>
            </a:r>
          </a:p>
          <a:p>
            <a:pPr>
              <a:spcAft>
                <a:spcPts val="1800"/>
              </a:spcAft>
              <a:defRPr b="1" sz="2000">
                <a:solidFill>
                  <a:srgbClr val="38BDF8"/>
                </a:solidFill>
              </a:defRPr>
            </a:pPr>
            <a:r>
              <a:t>◉  Data Transformation Safeguards</a:t>
            </a:r>
            <a:br/>
            <a:r>
              <a:rPr b="0" sz="1800">
                <a:solidFill>
                  <a:srgbClr val="FFFFFF"/>
                </a:solidFill>
              </a:rPr>
              <a:t>    Ensures data normalization on parsed fields to maintain relational integrity and prevent model synchronization crashes.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